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StressDetect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Stress Monitoring for IT Professionals</a:t>
            </a:r>
          </a:p>
        </p:txBody>
      </p:sp>
      <p:pic>
        <p:nvPicPr>
          <p:cNvPr id="4" name="Picture 3" descr="presentation_cover_1772701225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Hidden Crisis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High Burnout Rates: IT professionals face complex problem-solving, tight deadlines, and long screen times.</a:t>
            </a:r>
          </a:p>
          <a:p>
            <a:r>
              <a:t>Undetected Stress: Chronic stress often goes unnoticed until it leads to severe burnout or health issues.</a:t>
            </a:r>
          </a:p>
          <a:p>
            <a:r>
              <a:t>Loss of Productivity: Unmanaged stress impacts focus, code quality, and overall team morale.</a:t>
            </a:r>
          </a:p>
        </p:txBody>
      </p:sp>
      <p:pic>
        <p:nvPicPr>
          <p:cNvPr id="4" name="Picture 3" descr="presentation_problem_1772701247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Proactive Stress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Real-time Monitoring: AI-driven facial analysis to detect early signs of stress and fatigue.</a:t>
            </a:r>
          </a:p>
          <a:p>
            <a:r>
              <a:t>Data-Driven Insights: Combining visual data with behavioral surveys for high accuracy.</a:t>
            </a:r>
          </a:p>
          <a:p>
            <a:r>
              <a:t>Actionable Relief: Providing instant, personalized recommendations to mitigate stress.</a:t>
            </a:r>
          </a:p>
        </p:txBody>
      </p:sp>
      <p:pic>
        <p:nvPicPr>
          <p:cNvPr id="4" name="Picture 3" descr="presentation_solution_17727014632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Empowering the Modern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Scans: Quick webcam-based stress checks directly from the browser.</a:t>
            </a:r>
          </a:p>
          <a:p>
            <a:r>
              <a:t>Comprehensive Dashboards: View historical trends, stress levels, and emotional states over time.</a:t>
            </a:r>
          </a:p>
          <a:p>
            <a:r>
              <a:t>Privacy-First: All facial analysis is processed securely, ensuring user confidentiality.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Powered by Advanced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Computer Vision: Utilizing face-api.js for lightweight, in-browser emotion tracking and facial landmark detection.</a:t>
            </a:r>
          </a:p>
          <a:p>
            <a:r>
              <a:t>Indicators Tracked: Eye strain, brow tension, and facial fatigue.</a:t>
            </a:r>
          </a:p>
          <a:p>
            <a:r>
              <a:t>Dual-Model Approach: Correlating visual cues with self-reported survey data for a holistic view.</a:t>
            </a:r>
          </a:p>
        </p:txBody>
      </p:sp>
      <p:pic>
        <p:nvPicPr>
          <p:cNvPr id="4" name="Picture 3" descr="presentation_ai_1772701538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Seamless 3-Step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Capture: The user initiates a quick scan via their dashboard or takes the periodic survey.</a:t>
            </a:r>
          </a:p>
          <a:p>
            <a:r>
              <a:t>2. Analyze: Our AI models evaluate micro-expressions and survey responses in real-time.</a:t>
            </a:r>
          </a:p>
          <a:p>
            <a:r>
              <a:t>3. Report: The system generates a stress score and provides immediate relief techniques (e.g., breathing exercises, screen breaks).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Holistic Analytics: Admins gain a bird's-eye view of organizational stress trends.</a:t>
            </a:r>
          </a:p>
          <a:p>
            <a:r>
              <a:t>Data management: Export datasets securely for deeper HR analytics and well-being initiatives.</a:t>
            </a:r>
          </a:p>
          <a:p>
            <a:r>
              <a:t>Threshold Alerts: Identify structural bottlenecks causing department-wide stress spikes.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Modern, Scalable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Responsive, glassmorphism UI built with HTML5, CSS3 Variables, and vanilla JS.</a:t>
            </a:r>
          </a:p>
          <a:p>
            <a:r>
              <a:t>Animations: Premium scroll-reveals and dynamic backgrounds tailored for a professional feel.</a:t>
            </a:r>
          </a:p>
          <a:p>
            <a:r>
              <a:t>Backend Integration: Built to connect seamlessly with Python Django APIs for heavy-lifting ML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Webcam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Surveys? Visuals alone don't tell the whole story.</a:t>
            </a:r>
          </a:p>
          <a:p>
            <a:r>
              <a:t>Predictive Analysis: Capturing hours worked, sleep quality, and active deadlines.</a:t>
            </a:r>
          </a:p>
          <a:p>
            <a:r>
              <a:t>Holistic Score: Merging behavioral context with physical signs to greatly improve prediction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Enterprise-Grade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Image Storage: Webcam frames are analyzed in real-time and immediately discarded.</a:t>
            </a:r>
          </a:p>
          <a:p>
            <a:r>
              <a:t>Encryption: End-to-end data protection for user histories and personal identifiable information.</a:t>
            </a:r>
          </a:p>
          <a:p>
            <a:r>
              <a:t>Opt-In Architecture: Users have full control over when they are monitored and can delete history at any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for StressDetect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IDE Integrations (VS Code extension to detect typing patterns).</a:t>
            </a:r>
          </a:p>
          <a:p>
            <a:r>
              <a:t>Phase 2: Wearable integrations (Apple Watch / Garmin HR data).</a:t>
            </a:r>
          </a:p>
          <a:p>
            <a:r>
              <a:t>Phase 3: Automated workflow adjustments (Snoozing non-critical Slack notifications during high stress).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Healthier Tech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well-rested developer writes better code.</a:t>
            </a:r>
          </a:p>
          <a:p>
            <a:r>
              <a:t>Thank you for your time.</a:t>
            </a:r>
          </a:p>
          <a:p>
            <a:r>
              <a:t>Questions?</a:t>
            </a:r>
          </a:p>
          <a:p>
            <a:r>
              <a:t>Contact: hello@stressdetect.ai | admin@example.com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